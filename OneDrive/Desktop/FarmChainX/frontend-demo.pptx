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7" r:id="rId5"/>
    <p:sldId id="272" r:id="rId6"/>
    <p:sldId id="265" r:id="rId7"/>
    <p:sldId id="273" r:id="rId8"/>
    <p:sldId id="275" r:id="rId9"/>
    <p:sldId id="258" r:id="rId10"/>
    <p:sldId id="267" r:id="rId11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80" autoAdjust="0"/>
  </p:normalViewPr>
  <p:slideViewPr>
    <p:cSldViewPr>
      <p:cViewPr varScale="1">
        <p:scale>
          <a:sx n="59" d="100"/>
          <a:sy n="59" d="100"/>
        </p:scale>
        <p:origin x="892" y="48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0" i="0" u="none" strike="noStrike" kern="1200" cap="none" spc="50" normalizeH="0" baseline="0">
              <a:solidFill>
                <a:schemeClr val="accent1">
                  <a:lumMod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73-4807-BB1E-DEEDA150B4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73-4807-BB1E-DEEDA150B42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C73-4807-BB1E-DEEDA150B4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25"/>
        <c:axId val="601069440"/>
        <c:axId val="601069048"/>
      </c:barChart>
      <c:catAx>
        <c:axId val="601069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20" normalizeH="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1069048"/>
        <c:crosses val="autoZero"/>
        <c:auto val="1"/>
        <c:lblAlgn val="ctr"/>
        <c:lblOffset val="100"/>
        <c:noMultiLvlLbl val="0"/>
      </c:catAx>
      <c:valAx>
        <c:axId val="6010690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1069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D46BDD-CA72-48F2-BE8C-F82CCFFB0DBE}" type="doc">
      <dgm:prSet loTypeId="urn:microsoft.com/office/officeart/2005/8/layout/hList9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9F46F06-3DF2-4911-BCDA-55B38875805A}">
      <dgm:prSet phldrT="[Text]"/>
      <dgm:spPr>
        <a:gradFill rotWithShape="0">
          <a:gsLst>
            <a:gs pos="0">
              <a:schemeClr val="accent2">
                <a:lumMod val="75000"/>
              </a:schemeClr>
            </a:gs>
            <a:gs pos="50000">
              <a:schemeClr val="accent2">
                <a:lumMod val="50000"/>
              </a:schemeClr>
            </a:gs>
            <a:gs pos="100000">
              <a:schemeClr val="accent6">
                <a:lumMod val="50000"/>
              </a:schemeClr>
            </a:gs>
          </a:gsLst>
        </a:gradFill>
      </dgm:spPr>
      <dgm:t>
        <a:bodyPr/>
        <a:lstStyle/>
        <a:p>
          <a:r>
            <a:rPr lang="en-US" dirty="0"/>
            <a:t>Group A</a:t>
          </a:r>
        </a:p>
      </dgm:t>
    </dgm:pt>
    <dgm:pt modelId="{29669FA9-BCDB-4E04-BCBD-ADB6BBFECA77}" type="parTrans" cxnId="{3167943C-B617-47EE-AB4E-F103014F0B0F}">
      <dgm:prSet/>
      <dgm:spPr/>
      <dgm:t>
        <a:bodyPr/>
        <a:lstStyle/>
        <a:p>
          <a:endParaRPr lang="en-US"/>
        </a:p>
      </dgm:t>
    </dgm:pt>
    <dgm:pt modelId="{A2AB0762-8DE6-4EC9-8643-86B41C470FE8}" type="sibTrans" cxnId="{3167943C-B617-47EE-AB4E-F103014F0B0F}">
      <dgm:prSet/>
      <dgm:spPr/>
      <dgm:t>
        <a:bodyPr/>
        <a:lstStyle/>
        <a:p>
          <a:endParaRPr lang="en-US"/>
        </a:p>
      </dgm:t>
    </dgm:pt>
    <dgm:pt modelId="{20BB34D1-39DB-4D4A-8F74-38BB6AD52986}">
      <dgm:prSet phldrT="[Text]"/>
      <dgm:spPr/>
      <dgm:t>
        <a:bodyPr/>
        <a:lstStyle/>
        <a:p>
          <a:r>
            <a:rPr lang="en-US" dirty="0"/>
            <a:t>Task 1</a:t>
          </a:r>
        </a:p>
      </dgm:t>
    </dgm:pt>
    <dgm:pt modelId="{8369DE2E-05BE-4F58-ACF4-FFA3BF09D772}" type="parTrans" cxnId="{B4712C0E-A30F-43CC-BC2E-1C5644020AC8}">
      <dgm:prSet/>
      <dgm:spPr/>
      <dgm:t>
        <a:bodyPr/>
        <a:lstStyle/>
        <a:p>
          <a:endParaRPr lang="en-US"/>
        </a:p>
      </dgm:t>
    </dgm:pt>
    <dgm:pt modelId="{84668B4B-C68E-4C7B-8232-D5A08E3BE881}" type="sibTrans" cxnId="{B4712C0E-A30F-43CC-BC2E-1C5644020AC8}">
      <dgm:prSet/>
      <dgm:spPr/>
      <dgm:t>
        <a:bodyPr/>
        <a:lstStyle/>
        <a:p>
          <a:endParaRPr lang="en-US"/>
        </a:p>
      </dgm:t>
    </dgm:pt>
    <dgm:pt modelId="{76A93280-A4EB-4F31-BCFF-BD984FEDD50F}">
      <dgm:prSet phldrT="[Text]"/>
      <dgm:spPr/>
      <dgm:t>
        <a:bodyPr/>
        <a:lstStyle/>
        <a:p>
          <a:r>
            <a:rPr lang="en-US" dirty="0"/>
            <a:t>Task 2</a:t>
          </a:r>
        </a:p>
      </dgm:t>
    </dgm:pt>
    <dgm:pt modelId="{1C92D782-B050-4892-9519-839E2BD7B42C}" type="parTrans" cxnId="{FE330E5A-EA72-4133-BB4C-B1C3A357F977}">
      <dgm:prSet/>
      <dgm:spPr/>
      <dgm:t>
        <a:bodyPr/>
        <a:lstStyle/>
        <a:p>
          <a:endParaRPr lang="en-US"/>
        </a:p>
      </dgm:t>
    </dgm:pt>
    <dgm:pt modelId="{8240E23B-34F6-439D-92CA-C802127A8D7A}" type="sibTrans" cxnId="{FE330E5A-EA72-4133-BB4C-B1C3A357F977}">
      <dgm:prSet/>
      <dgm:spPr/>
      <dgm:t>
        <a:bodyPr/>
        <a:lstStyle/>
        <a:p>
          <a:endParaRPr lang="en-US"/>
        </a:p>
      </dgm:t>
    </dgm:pt>
    <dgm:pt modelId="{D8FC5610-3898-4562-A903-BD6F3DA6CF69}">
      <dgm:prSet phldrT="[Text]"/>
      <dgm:spPr>
        <a:gradFill rotWithShape="0">
          <a:gsLst>
            <a:gs pos="0">
              <a:schemeClr val="accent3">
                <a:lumMod val="75000"/>
              </a:schemeClr>
            </a:gs>
            <a:gs pos="50000">
              <a:schemeClr val="accent3">
                <a:lumMod val="50000"/>
              </a:schemeClr>
            </a:gs>
            <a:gs pos="100000">
              <a:schemeClr val="accent3">
                <a:lumMod val="50000"/>
              </a:schemeClr>
            </a:gs>
          </a:gsLst>
        </a:gradFill>
      </dgm:spPr>
      <dgm:t>
        <a:bodyPr/>
        <a:lstStyle/>
        <a:p>
          <a:r>
            <a:rPr lang="en-US" dirty="0"/>
            <a:t>Group B</a:t>
          </a:r>
        </a:p>
      </dgm:t>
    </dgm:pt>
    <dgm:pt modelId="{363A8C60-CC8B-4A97-9DB3-77D22A0D0C49}" type="parTrans" cxnId="{4676E083-2700-4795-A813-45405EB1FF52}">
      <dgm:prSet/>
      <dgm:spPr/>
      <dgm:t>
        <a:bodyPr/>
        <a:lstStyle/>
        <a:p>
          <a:endParaRPr lang="en-US"/>
        </a:p>
      </dgm:t>
    </dgm:pt>
    <dgm:pt modelId="{5AE2A356-4C4D-431C-9D04-8B80B25413E5}" type="sibTrans" cxnId="{4676E083-2700-4795-A813-45405EB1FF52}">
      <dgm:prSet/>
      <dgm:spPr/>
      <dgm:t>
        <a:bodyPr/>
        <a:lstStyle/>
        <a:p>
          <a:endParaRPr lang="en-US"/>
        </a:p>
      </dgm:t>
    </dgm:pt>
    <dgm:pt modelId="{A7DD8379-771D-49D5-B4B6-C11A31BBB56A}">
      <dgm:prSet phldrT="[Text]"/>
      <dgm:spPr/>
      <dgm:t>
        <a:bodyPr/>
        <a:lstStyle/>
        <a:p>
          <a:r>
            <a:rPr lang="en-US" dirty="0"/>
            <a:t>Task 1</a:t>
          </a:r>
        </a:p>
      </dgm:t>
    </dgm:pt>
    <dgm:pt modelId="{0B19244D-3C32-4E60-9E2E-00B7CE0082EB}" type="parTrans" cxnId="{8D4A74BD-0C6E-4A29-8A1B-8253B76608B2}">
      <dgm:prSet/>
      <dgm:spPr/>
      <dgm:t>
        <a:bodyPr/>
        <a:lstStyle/>
        <a:p>
          <a:endParaRPr lang="en-US"/>
        </a:p>
      </dgm:t>
    </dgm:pt>
    <dgm:pt modelId="{15F7A114-8617-4D09-8B60-367816E92F8F}" type="sibTrans" cxnId="{8D4A74BD-0C6E-4A29-8A1B-8253B76608B2}">
      <dgm:prSet/>
      <dgm:spPr/>
      <dgm:t>
        <a:bodyPr/>
        <a:lstStyle/>
        <a:p>
          <a:endParaRPr lang="en-US"/>
        </a:p>
      </dgm:t>
    </dgm:pt>
    <dgm:pt modelId="{82DE7D47-D1BA-4E59-B361-CA2ABACE2EAA}">
      <dgm:prSet phldrT="[Text]"/>
      <dgm:spPr/>
      <dgm:t>
        <a:bodyPr/>
        <a:lstStyle/>
        <a:p>
          <a:r>
            <a:rPr lang="en-US" dirty="0"/>
            <a:t>Task 2</a:t>
          </a:r>
        </a:p>
      </dgm:t>
    </dgm:pt>
    <dgm:pt modelId="{C52F8A1B-113A-4D30-8213-61F9BB506ABD}" type="parTrans" cxnId="{834B86CB-DE42-43CD-83DC-932EBE0D87AF}">
      <dgm:prSet/>
      <dgm:spPr/>
      <dgm:t>
        <a:bodyPr/>
        <a:lstStyle/>
        <a:p>
          <a:endParaRPr lang="en-US"/>
        </a:p>
      </dgm:t>
    </dgm:pt>
    <dgm:pt modelId="{B40BEF04-9AE4-4445-A2EE-81C5B4E33F66}" type="sibTrans" cxnId="{834B86CB-DE42-43CD-83DC-932EBE0D87AF}">
      <dgm:prSet/>
      <dgm:spPr/>
      <dgm:t>
        <a:bodyPr/>
        <a:lstStyle/>
        <a:p>
          <a:endParaRPr lang="en-US"/>
        </a:p>
      </dgm:t>
    </dgm:pt>
    <dgm:pt modelId="{5C2E62E1-1403-45CD-B00A-19CE535DF946}">
      <dgm:prSet phldrT="[Text]"/>
      <dgm:spPr/>
      <dgm:t>
        <a:bodyPr/>
        <a:lstStyle/>
        <a:p>
          <a:r>
            <a:rPr lang="en-US" dirty="0"/>
            <a:t>Task 3</a:t>
          </a:r>
        </a:p>
      </dgm:t>
    </dgm:pt>
    <dgm:pt modelId="{EE0448C6-4814-4B68-ACC1-347848103E0C}" type="parTrans" cxnId="{9BDBEAE5-E1B1-48A7-BFAA-1A87CC3DA916}">
      <dgm:prSet/>
      <dgm:spPr/>
      <dgm:t>
        <a:bodyPr/>
        <a:lstStyle/>
        <a:p>
          <a:endParaRPr lang="en-US"/>
        </a:p>
      </dgm:t>
    </dgm:pt>
    <dgm:pt modelId="{6BC58D2C-77DC-4035-AD05-0A299B3D518A}" type="sibTrans" cxnId="{9BDBEAE5-E1B1-48A7-BFAA-1A87CC3DA916}">
      <dgm:prSet/>
      <dgm:spPr/>
      <dgm:t>
        <a:bodyPr/>
        <a:lstStyle/>
        <a:p>
          <a:endParaRPr lang="en-US"/>
        </a:p>
      </dgm:t>
    </dgm:pt>
    <dgm:pt modelId="{BDEF73D4-A90F-47F6-B3DA-2F04BE3F9A65}">
      <dgm:prSet phldrT="[Text]"/>
      <dgm:spPr/>
      <dgm:t>
        <a:bodyPr/>
        <a:lstStyle/>
        <a:p>
          <a:r>
            <a:rPr lang="en-US" dirty="0"/>
            <a:t>Task 4</a:t>
          </a:r>
        </a:p>
      </dgm:t>
    </dgm:pt>
    <dgm:pt modelId="{750E37C7-4809-437E-B264-95D9E7B43C5C}" type="parTrans" cxnId="{03C54D89-F077-417B-BE1A-25171ECDBA88}">
      <dgm:prSet/>
      <dgm:spPr/>
      <dgm:t>
        <a:bodyPr/>
        <a:lstStyle/>
        <a:p>
          <a:endParaRPr lang="en-US"/>
        </a:p>
      </dgm:t>
    </dgm:pt>
    <dgm:pt modelId="{12FD805F-A963-4162-926A-F9804E7816BA}" type="sibTrans" cxnId="{03C54D89-F077-417B-BE1A-25171ECDBA88}">
      <dgm:prSet/>
      <dgm:spPr/>
      <dgm:t>
        <a:bodyPr/>
        <a:lstStyle/>
        <a:p>
          <a:endParaRPr lang="en-US"/>
        </a:p>
      </dgm:t>
    </dgm:pt>
    <dgm:pt modelId="{7D8E1F04-2EC1-492B-95D5-816B90057241}">
      <dgm:prSet phldrT="[Text]"/>
      <dgm:spPr/>
      <dgm:t>
        <a:bodyPr/>
        <a:lstStyle/>
        <a:p>
          <a:r>
            <a:rPr lang="en-US" dirty="0"/>
            <a:t>Task 3</a:t>
          </a:r>
        </a:p>
      </dgm:t>
    </dgm:pt>
    <dgm:pt modelId="{BA811E1A-C0E6-4424-8694-357D9968236A}" type="parTrans" cxnId="{48D50064-F6E3-4849-BB22-F8FEC72D1FB5}">
      <dgm:prSet/>
      <dgm:spPr/>
      <dgm:t>
        <a:bodyPr/>
        <a:lstStyle/>
        <a:p>
          <a:endParaRPr lang="en-US"/>
        </a:p>
      </dgm:t>
    </dgm:pt>
    <dgm:pt modelId="{92F21B56-22F8-4FB6-A393-4142B762765A}" type="sibTrans" cxnId="{48D50064-F6E3-4849-BB22-F8FEC72D1FB5}">
      <dgm:prSet/>
      <dgm:spPr/>
      <dgm:t>
        <a:bodyPr/>
        <a:lstStyle/>
        <a:p>
          <a:endParaRPr lang="en-US"/>
        </a:p>
      </dgm:t>
    </dgm:pt>
    <dgm:pt modelId="{E6A0252F-27F3-486D-A278-6B92C212A3A8}" type="pres">
      <dgm:prSet presAssocID="{6DD46BDD-CA72-48F2-BE8C-F82CCFFB0DBE}" presName="list" presStyleCnt="0">
        <dgm:presLayoutVars>
          <dgm:dir/>
          <dgm:animLvl val="lvl"/>
        </dgm:presLayoutVars>
      </dgm:prSet>
      <dgm:spPr/>
    </dgm:pt>
    <dgm:pt modelId="{5071D52C-AA9E-4418-938D-D9AD58968FE7}" type="pres">
      <dgm:prSet presAssocID="{D9F46F06-3DF2-4911-BCDA-55B38875805A}" presName="posSpace" presStyleCnt="0"/>
      <dgm:spPr/>
    </dgm:pt>
    <dgm:pt modelId="{FFEF8555-8D54-4A33-94C4-F0131C0452B0}" type="pres">
      <dgm:prSet presAssocID="{D9F46F06-3DF2-4911-BCDA-55B38875805A}" presName="vertFlow" presStyleCnt="0"/>
      <dgm:spPr/>
    </dgm:pt>
    <dgm:pt modelId="{2632CC26-A159-4F77-B9CB-DD0FCE2A5829}" type="pres">
      <dgm:prSet presAssocID="{D9F46F06-3DF2-4911-BCDA-55B38875805A}" presName="topSpace" presStyleCnt="0"/>
      <dgm:spPr/>
    </dgm:pt>
    <dgm:pt modelId="{F09D65A3-FDB3-4381-9285-A7B1A6BBA703}" type="pres">
      <dgm:prSet presAssocID="{D9F46F06-3DF2-4911-BCDA-55B38875805A}" presName="firstComp" presStyleCnt="0"/>
      <dgm:spPr/>
    </dgm:pt>
    <dgm:pt modelId="{A40B6350-F943-41DE-88CA-6BB1201D312F}" type="pres">
      <dgm:prSet presAssocID="{D9F46F06-3DF2-4911-BCDA-55B38875805A}" presName="firstChild" presStyleLbl="bgAccFollowNode1" presStyleIdx="0" presStyleCnt="7"/>
      <dgm:spPr/>
    </dgm:pt>
    <dgm:pt modelId="{6C5D3B8C-8A0C-4B1F-9A82-E2BB97071881}" type="pres">
      <dgm:prSet presAssocID="{D9F46F06-3DF2-4911-BCDA-55B38875805A}" presName="firstChildTx" presStyleLbl="bgAccFollowNode1" presStyleIdx="0" presStyleCnt="7">
        <dgm:presLayoutVars>
          <dgm:bulletEnabled val="1"/>
        </dgm:presLayoutVars>
      </dgm:prSet>
      <dgm:spPr/>
    </dgm:pt>
    <dgm:pt modelId="{4202656E-8773-4CA9-B60F-C6D15F79706B}" type="pres">
      <dgm:prSet presAssocID="{76A93280-A4EB-4F31-BCFF-BD984FEDD50F}" presName="comp" presStyleCnt="0"/>
      <dgm:spPr/>
    </dgm:pt>
    <dgm:pt modelId="{FC1F2FE6-58F5-420D-9DE7-5BAB2796B2E2}" type="pres">
      <dgm:prSet presAssocID="{76A93280-A4EB-4F31-BCFF-BD984FEDD50F}" presName="child" presStyleLbl="bgAccFollowNode1" presStyleIdx="1" presStyleCnt="7"/>
      <dgm:spPr/>
    </dgm:pt>
    <dgm:pt modelId="{D67FA1D0-5919-4B16-8C64-A2C6C1973777}" type="pres">
      <dgm:prSet presAssocID="{76A93280-A4EB-4F31-BCFF-BD984FEDD50F}" presName="childTx" presStyleLbl="bgAccFollowNode1" presStyleIdx="1" presStyleCnt="7">
        <dgm:presLayoutVars>
          <dgm:bulletEnabled val="1"/>
        </dgm:presLayoutVars>
      </dgm:prSet>
      <dgm:spPr/>
    </dgm:pt>
    <dgm:pt modelId="{9B6DD63A-36B0-4775-9DA4-4773BF8A6466}" type="pres">
      <dgm:prSet presAssocID="{7D8E1F04-2EC1-492B-95D5-816B90057241}" presName="comp" presStyleCnt="0"/>
      <dgm:spPr/>
    </dgm:pt>
    <dgm:pt modelId="{DED3BFC3-544F-42E5-9E1A-77C53311601F}" type="pres">
      <dgm:prSet presAssocID="{7D8E1F04-2EC1-492B-95D5-816B90057241}" presName="child" presStyleLbl="bgAccFollowNode1" presStyleIdx="2" presStyleCnt="7"/>
      <dgm:spPr/>
    </dgm:pt>
    <dgm:pt modelId="{6B465FD3-423E-46A4-B126-2F4B3649D9B1}" type="pres">
      <dgm:prSet presAssocID="{7D8E1F04-2EC1-492B-95D5-816B90057241}" presName="childTx" presStyleLbl="bgAccFollowNode1" presStyleIdx="2" presStyleCnt="7">
        <dgm:presLayoutVars>
          <dgm:bulletEnabled val="1"/>
        </dgm:presLayoutVars>
      </dgm:prSet>
      <dgm:spPr/>
    </dgm:pt>
    <dgm:pt modelId="{F17A6DAB-1E58-429F-9DD7-50E4A0208591}" type="pres">
      <dgm:prSet presAssocID="{D9F46F06-3DF2-4911-BCDA-55B38875805A}" presName="negSpace" presStyleCnt="0"/>
      <dgm:spPr/>
    </dgm:pt>
    <dgm:pt modelId="{0D82DEB6-674D-425E-9C14-81B86C0A54B4}" type="pres">
      <dgm:prSet presAssocID="{D9F46F06-3DF2-4911-BCDA-55B38875805A}" presName="circle" presStyleLbl="node1" presStyleIdx="0" presStyleCnt="2"/>
      <dgm:spPr/>
    </dgm:pt>
    <dgm:pt modelId="{2D8D3251-0350-4344-BA0C-FE8B1C9F6531}" type="pres">
      <dgm:prSet presAssocID="{A2AB0762-8DE6-4EC9-8643-86B41C470FE8}" presName="transSpace" presStyleCnt="0"/>
      <dgm:spPr/>
    </dgm:pt>
    <dgm:pt modelId="{89065BC9-C7DE-4A6E-83CF-F45A6BD1CF92}" type="pres">
      <dgm:prSet presAssocID="{D8FC5610-3898-4562-A903-BD6F3DA6CF69}" presName="posSpace" presStyleCnt="0"/>
      <dgm:spPr/>
    </dgm:pt>
    <dgm:pt modelId="{9E863EE2-5F29-4FCF-879E-F83626B5334D}" type="pres">
      <dgm:prSet presAssocID="{D8FC5610-3898-4562-A903-BD6F3DA6CF69}" presName="vertFlow" presStyleCnt="0"/>
      <dgm:spPr/>
    </dgm:pt>
    <dgm:pt modelId="{087939FA-F74E-4918-A009-A7DBEE2A184D}" type="pres">
      <dgm:prSet presAssocID="{D8FC5610-3898-4562-A903-BD6F3DA6CF69}" presName="topSpace" presStyleCnt="0"/>
      <dgm:spPr/>
    </dgm:pt>
    <dgm:pt modelId="{9786080E-37A0-400B-9482-48F2EF7F4F7D}" type="pres">
      <dgm:prSet presAssocID="{D8FC5610-3898-4562-A903-BD6F3DA6CF69}" presName="firstComp" presStyleCnt="0"/>
      <dgm:spPr/>
    </dgm:pt>
    <dgm:pt modelId="{7FFBCDDD-B00A-4BA8-8ADF-9DC37CB99996}" type="pres">
      <dgm:prSet presAssocID="{D8FC5610-3898-4562-A903-BD6F3DA6CF69}" presName="firstChild" presStyleLbl="bgAccFollowNode1" presStyleIdx="3" presStyleCnt="7"/>
      <dgm:spPr/>
    </dgm:pt>
    <dgm:pt modelId="{47E0465A-EF86-488A-B4C6-C29755B5BE61}" type="pres">
      <dgm:prSet presAssocID="{D8FC5610-3898-4562-A903-BD6F3DA6CF69}" presName="firstChildTx" presStyleLbl="bgAccFollowNode1" presStyleIdx="3" presStyleCnt="7">
        <dgm:presLayoutVars>
          <dgm:bulletEnabled val="1"/>
        </dgm:presLayoutVars>
      </dgm:prSet>
      <dgm:spPr/>
    </dgm:pt>
    <dgm:pt modelId="{04EF1C77-9E25-4E15-B712-C5823488DB23}" type="pres">
      <dgm:prSet presAssocID="{82DE7D47-D1BA-4E59-B361-CA2ABACE2EAA}" presName="comp" presStyleCnt="0"/>
      <dgm:spPr/>
    </dgm:pt>
    <dgm:pt modelId="{EED1BF07-D58F-4D25-83B2-A74ACCD15F57}" type="pres">
      <dgm:prSet presAssocID="{82DE7D47-D1BA-4E59-B361-CA2ABACE2EAA}" presName="child" presStyleLbl="bgAccFollowNode1" presStyleIdx="4" presStyleCnt="7"/>
      <dgm:spPr/>
    </dgm:pt>
    <dgm:pt modelId="{F0988B4C-7B8E-4C08-BE26-049D5A1C506F}" type="pres">
      <dgm:prSet presAssocID="{82DE7D47-D1BA-4E59-B361-CA2ABACE2EAA}" presName="childTx" presStyleLbl="bgAccFollowNode1" presStyleIdx="4" presStyleCnt="7">
        <dgm:presLayoutVars>
          <dgm:bulletEnabled val="1"/>
        </dgm:presLayoutVars>
      </dgm:prSet>
      <dgm:spPr/>
    </dgm:pt>
    <dgm:pt modelId="{985D0F05-0A40-4F15-8D76-CBD433BB39FA}" type="pres">
      <dgm:prSet presAssocID="{5C2E62E1-1403-45CD-B00A-19CE535DF946}" presName="comp" presStyleCnt="0"/>
      <dgm:spPr/>
    </dgm:pt>
    <dgm:pt modelId="{7CECBCE6-61D1-44D5-BAA1-80ECE8E9F578}" type="pres">
      <dgm:prSet presAssocID="{5C2E62E1-1403-45CD-B00A-19CE535DF946}" presName="child" presStyleLbl="bgAccFollowNode1" presStyleIdx="5" presStyleCnt="7"/>
      <dgm:spPr/>
    </dgm:pt>
    <dgm:pt modelId="{B160A640-759B-4A42-9C41-425543D560F9}" type="pres">
      <dgm:prSet presAssocID="{5C2E62E1-1403-45CD-B00A-19CE535DF946}" presName="childTx" presStyleLbl="bgAccFollowNode1" presStyleIdx="5" presStyleCnt="7">
        <dgm:presLayoutVars>
          <dgm:bulletEnabled val="1"/>
        </dgm:presLayoutVars>
      </dgm:prSet>
      <dgm:spPr/>
    </dgm:pt>
    <dgm:pt modelId="{1B903465-EF60-4BF8-8B85-A822E4627704}" type="pres">
      <dgm:prSet presAssocID="{BDEF73D4-A90F-47F6-B3DA-2F04BE3F9A65}" presName="comp" presStyleCnt="0"/>
      <dgm:spPr/>
    </dgm:pt>
    <dgm:pt modelId="{8E90FD15-88E0-4BBF-A32D-3DD4F1311E2F}" type="pres">
      <dgm:prSet presAssocID="{BDEF73D4-A90F-47F6-B3DA-2F04BE3F9A65}" presName="child" presStyleLbl="bgAccFollowNode1" presStyleIdx="6" presStyleCnt="7"/>
      <dgm:spPr/>
    </dgm:pt>
    <dgm:pt modelId="{2134C435-CC64-4681-9A84-836C05B6021C}" type="pres">
      <dgm:prSet presAssocID="{BDEF73D4-A90F-47F6-B3DA-2F04BE3F9A65}" presName="childTx" presStyleLbl="bgAccFollowNode1" presStyleIdx="6" presStyleCnt="7">
        <dgm:presLayoutVars>
          <dgm:bulletEnabled val="1"/>
        </dgm:presLayoutVars>
      </dgm:prSet>
      <dgm:spPr/>
    </dgm:pt>
    <dgm:pt modelId="{230F3580-08E0-4C3E-8D2C-63C251CEBC97}" type="pres">
      <dgm:prSet presAssocID="{D8FC5610-3898-4562-A903-BD6F3DA6CF69}" presName="negSpace" presStyleCnt="0"/>
      <dgm:spPr/>
    </dgm:pt>
    <dgm:pt modelId="{2518DF80-CA43-4EFA-A570-D6C994F07512}" type="pres">
      <dgm:prSet presAssocID="{D8FC5610-3898-4562-A903-BD6F3DA6CF69}" presName="circle" presStyleLbl="node1" presStyleIdx="1" presStyleCnt="2"/>
      <dgm:spPr/>
    </dgm:pt>
  </dgm:ptLst>
  <dgm:cxnLst>
    <dgm:cxn modelId="{19A7BF02-4860-4999-8640-45ED22DA323A}" type="presOf" srcId="{76A93280-A4EB-4F31-BCFF-BD984FEDD50F}" destId="{FC1F2FE6-58F5-420D-9DE7-5BAB2796B2E2}" srcOrd="0" destOrd="0" presId="urn:microsoft.com/office/officeart/2005/8/layout/hList9"/>
    <dgm:cxn modelId="{46D92507-09F3-48E7-91C2-02DEF077520A}" type="presOf" srcId="{D8FC5610-3898-4562-A903-BD6F3DA6CF69}" destId="{2518DF80-CA43-4EFA-A570-D6C994F07512}" srcOrd="0" destOrd="0" presId="urn:microsoft.com/office/officeart/2005/8/layout/hList9"/>
    <dgm:cxn modelId="{E3C2D008-D84F-4C45-9646-713C11B648EB}" type="presOf" srcId="{D9F46F06-3DF2-4911-BCDA-55B38875805A}" destId="{0D82DEB6-674D-425E-9C14-81B86C0A54B4}" srcOrd="0" destOrd="0" presId="urn:microsoft.com/office/officeart/2005/8/layout/hList9"/>
    <dgm:cxn modelId="{B4712C0E-A30F-43CC-BC2E-1C5644020AC8}" srcId="{D9F46F06-3DF2-4911-BCDA-55B38875805A}" destId="{20BB34D1-39DB-4D4A-8F74-38BB6AD52986}" srcOrd="0" destOrd="0" parTransId="{8369DE2E-05BE-4F58-ACF4-FFA3BF09D772}" sibTransId="{84668B4B-C68E-4C7B-8232-D5A08E3BE881}"/>
    <dgm:cxn modelId="{3F5A0B10-5E21-40A2-8E6D-3C2AC124B109}" type="presOf" srcId="{7D8E1F04-2EC1-492B-95D5-816B90057241}" destId="{6B465FD3-423E-46A4-B126-2F4B3649D9B1}" srcOrd="1" destOrd="0" presId="urn:microsoft.com/office/officeart/2005/8/layout/hList9"/>
    <dgm:cxn modelId="{D2008F22-9182-435A-BD07-E5AA242BB3BC}" type="presOf" srcId="{82DE7D47-D1BA-4E59-B361-CA2ABACE2EAA}" destId="{EED1BF07-D58F-4D25-83B2-A74ACCD15F57}" srcOrd="0" destOrd="0" presId="urn:microsoft.com/office/officeart/2005/8/layout/hList9"/>
    <dgm:cxn modelId="{D1228834-4940-4BE8-8A4F-193BA215C362}" type="presOf" srcId="{76A93280-A4EB-4F31-BCFF-BD984FEDD50F}" destId="{D67FA1D0-5919-4B16-8C64-A2C6C1973777}" srcOrd="1" destOrd="0" presId="urn:microsoft.com/office/officeart/2005/8/layout/hList9"/>
    <dgm:cxn modelId="{9E9B593A-9209-49CD-BE0A-49F0528C6831}" type="presOf" srcId="{82DE7D47-D1BA-4E59-B361-CA2ABACE2EAA}" destId="{F0988B4C-7B8E-4C08-BE26-049D5A1C506F}" srcOrd="1" destOrd="0" presId="urn:microsoft.com/office/officeart/2005/8/layout/hList9"/>
    <dgm:cxn modelId="{3167943C-B617-47EE-AB4E-F103014F0B0F}" srcId="{6DD46BDD-CA72-48F2-BE8C-F82CCFFB0DBE}" destId="{D9F46F06-3DF2-4911-BCDA-55B38875805A}" srcOrd="0" destOrd="0" parTransId="{29669FA9-BCDB-4E04-BCBD-ADB6BBFECA77}" sibTransId="{A2AB0762-8DE6-4EC9-8643-86B41C470FE8}"/>
    <dgm:cxn modelId="{BAD02640-4046-48F5-92F4-C61D2B4BF085}" type="presOf" srcId="{5C2E62E1-1403-45CD-B00A-19CE535DF946}" destId="{B160A640-759B-4A42-9C41-425543D560F9}" srcOrd="1" destOrd="0" presId="urn:microsoft.com/office/officeart/2005/8/layout/hList9"/>
    <dgm:cxn modelId="{5776125C-BA47-4DB3-9E56-C678CA0325CB}" type="presOf" srcId="{20BB34D1-39DB-4D4A-8F74-38BB6AD52986}" destId="{A40B6350-F943-41DE-88CA-6BB1201D312F}" srcOrd="0" destOrd="0" presId="urn:microsoft.com/office/officeart/2005/8/layout/hList9"/>
    <dgm:cxn modelId="{48D50064-F6E3-4849-BB22-F8FEC72D1FB5}" srcId="{D9F46F06-3DF2-4911-BCDA-55B38875805A}" destId="{7D8E1F04-2EC1-492B-95D5-816B90057241}" srcOrd="2" destOrd="0" parTransId="{BA811E1A-C0E6-4424-8694-357D9968236A}" sibTransId="{92F21B56-22F8-4FB6-A393-4142B762765A}"/>
    <dgm:cxn modelId="{FE330E5A-EA72-4133-BB4C-B1C3A357F977}" srcId="{D9F46F06-3DF2-4911-BCDA-55B38875805A}" destId="{76A93280-A4EB-4F31-BCFF-BD984FEDD50F}" srcOrd="1" destOrd="0" parTransId="{1C92D782-B050-4892-9519-839E2BD7B42C}" sibTransId="{8240E23B-34F6-439D-92CA-C802127A8D7A}"/>
    <dgm:cxn modelId="{4676E083-2700-4795-A813-45405EB1FF52}" srcId="{6DD46BDD-CA72-48F2-BE8C-F82CCFFB0DBE}" destId="{D8FC5610-3898-4562-A903-BD6F3DA6CF69}" srcOrd="1" destOrd="0" parTransId="{363A8C60-CC8B-4A97-9DB3-77D22A0D0C49}" sibTransId="{5AE2A356-4C4D-431C-9D04-8B80B25413E5}"/>
    <dgm:cxn modelId="{AFAC5088-2219-408A-9776-37BACE09AFE6}" type="presOf" srcId="{BDEF73D4-A90F-47F6-B3DA-2F04BE3F9A65}" destId="{8E90FD15-88E0-4BBF-A32D-3DD4F1311E2F}" srcOrd="0" destOrd="0" presId="urn:microsoft.com/office/officeart/2005/8/layout/hList9"/>
    <dgm:cxn modelId="{03C54D89-F077-417B-BE1A-25171ECDBA88}" srcId="{D8FC5610-3898-4562-A903-BD6F3DA6CF69}" destId="{BDEF73D4-A90F-47F6-B3DA-2F04BE3F9A65}" srcOrd="3" destOrd="0" parTransId="{750E37C7-4809-437E-B264-95D9E7B43C5C}" sibTransId="{12FD805F-A963-4162-926A-F9804E7816BA}"/>
    <dgm:cxn modelId="{01923391-779E-4964-AE54-107B62209B7B}" type="presOf" srcId="{6DD46BDD-CA72-48F2-BE8C-F82CCFFB0DBE}" destId="{E6A0252F-27F3-486D-A278-6B92C212A3A8}" srcOrd="0" destOrd="0" presId="urn:microsoft.com/office/officeart/2005/8/layout/hList9"/>
    <dgm:cxn modelId="{2901B29A-F062-4CBE-8B06-5E5D35CE743A}" type="presOf" srcId="{5C2E62E1-1403-45CD-B00A-19CE535DF946}" destId="{7CECBCE6-61D1-44D5-BAA1-80ECE8E9F578}" srcOrd="0" destOrd="0" presId="urn:microsoft.com/office/officeart/2005/8/layout/hList9"/>
    <dgm:cxn modelId="{875555AF-CA8B-4AFE-A6B7-3F4465221C97}" type="presOf" srcId="{A7DD8379-771D-49D5-B4B6-C11A31BBB56A}" destId="{7FFBCDDD-B00A-4BA8-8ADF-9DC37CB99996}" srcOrd="0" destOrd="0" presId="urn:microsoft.com/office/officeart/2005/8/layout/hList9"/>
    <dgm:cxn modelId="{8D4A74BD-0C6E-4A29-8A1B-8253B76608B2}" srcId="{D8FC5610-3898-4562-A903-BD6F3DA6CF69}" destId="{A7DD8379-771D-49D5-B4B6-C11A31BBB56A}" srcOrd="0" destOrd="0" parTransId="{0B19244D-3C32-4E60-9E2E-00B7CE0082EB}" sibTransId="{15F7A114-8617-4D09-8B60-367816E92F8F}"/>
    <dgm:cxn modelId="{21FE6DC7-5F6F-4FF8-B0C4-8D7F8A76E9BF}" type="presOf" srcId="{A7DD8379-771D-49D5-B4B6-C11A31BBB56A}" destId="{47E0465A-EF86-488A-B4C6-C29755B5BE61}" srcOrd="1" destOrd="0" presId="urn:microsoft.com/office/officeart/2005/8/layout/hList9"/>
    <dgm:cxn modelId="{834B86CB-DE42-43CD-83DC-932EBE0D87AF}" srcId="{D8FC5610-3898-4562-A903-BD6F3DA6CF69}" destId="{82DE7D47-D1BA-4E59-B361-CA2ABACE2EAA}" srcOrd="1" destOrd="0" parTransId="{C52F8A1B-113A-4D30-8213-61F9BB506ABD}" sibTransId="{B40BEF04-9AE4-4445-A2EE-81C5B4E33F66}"/>
    <dgm:cxn modelId="{3CE9D6CB-191F-408E-91CC-1F7FE56A5047}" type="presOf" srcId="{7D8E1F04-2EC1-492B-95D5-816B90057241}" destId="{DED3BFC3-544F-42E5-9E1A-77C53311601F}" srcOrd="0" destOrd="0" presId="urn:microsoft.com/office/officeart/2005/8/layout/hList9"/>
    <dgm:cxn modelId="{175558D3-18E1-45E2-851F-B338D73A0E1C}" type="presOf" srcId="{20BB34D1-39DB-4D4A-8F74-38BB6AD52986}" destId="{6C5D3B8C-8A0C-4B1F-9A82-E2BB97071881}" srcOrd="1" destOrd="0" presId="urn:microsoft.com/office/officeart/2005/8/layout/hList9"/>
    <dgm:cxn modelId="{D5BE0BD8-37EB-4086-BEB5-392BA869D84A}" type="presOf" srcId="{BDEF73D4-A90F-47F6-B3DA-2F04BE3F9A65}" destId="{2134C435-CC64-4681-9A84-836C05B6021C}" srcOrd="1" destOrd="0" presId="urn:microsoft.com/office/officeart/2005/8/layout/hList9"/>
    <dgm:cxn modelId="{9BDBEAE5-E1B1-48A7-BFAA-1A87CC3DA916}" srcId="{D8FC5610-3898-4562-A903-BD6F3DA6CF69}" destId="{5C2E62E1-1403-45CD-B00A-19CE535DF946}" srcOrd="2" destOrd="0" parTransId="{EE0448C6-4814-4B68-ACC1-347848103E0C}" sibTransId="{6BC58D2C-77DC-4035-AD05-0A299B3D518A}"/>
    <dgm:cxn modelId="{FE1B0D46-022A-4604-9E75-40EAEADBBA52}" type="presParOf" srcId="{E6A0252F-27F3-486D-A278-6B92C212A3A8}" destId="{5071D52C-AA9E-4418-938D-D9AD58968FE7}" srcOrd="0" destOrd="0" presId="urn:microsoft.com/office/officeart/2005/8/layout/hList9"/>
    <dgm:cxn modelId="{3663F3B5-F24D-43A9-9A2E-699309DDB9AD}" type="presParOf" srcId="{E6A0252F-27F3-486D-A278-6B92C212A3A8}" destId="{FFEF8555-8D54-4A33-94C4-F0131C0452B0}" srcOrd="1" destOrd="0" presId="urn:microsoft.com/office/officeart/2005/8/layout/hList9"/>
    <dgm:cxn modelId="{8122DDC6-99C6-4F78-AA48-E3DE80E4327A}" type="presParOf" srcId="{FFEF8555-8D54-4A33-94C4-F0131C0452B0}" destId="{2632CC26-A159-4F77-B9CB-DD0FCE2A5829}" srcOrd="0" destOrd="0" presId="urn:microsoft.com/office/officeart/2005/8/layout/hList9"/>
    <dgm:cxn modelId="{F583D60F-2896-40D1-B1A6-AC1DBE3F27A8}" type="presParOf" srcId="{FFEF8555-8D54-4A33-94C4-F0131C0452B0}" destId="{F09D65A3-FDB3-4381-9285-A7B1A6BBA703}" srcOrd="1" destOrd="0" presId="urn:microsoft.com/office/officeart/2005/8/layout/hList9"/>
    <dgm:cxn modelId="{E3B82652-BA89-4BF0-BDE8-207CACA094AD}" type="presParOf" srcId="{F09D65A3-FDB3-4381-9285-A7B1A6BBA703}" destId="{A40B6350-F943-41DE-88CA-6BB1201D312F}" srcOrd="0" destOrd="0" presId="urn:microsoft.com/office/officeart/2005/8/layout/hList9"/>
    <dgm:cxn modelId="{F24594D3-0E9E-42A4-B0A9-F39BFE8EA877}" type="presParOf" srcId="{F09D65A3-FDB3-4381-9285-A7B1A6BBA703}" destId="{6C5D3B8C-8A0C-4B1F-9A82-E2BB97071881}" srcOrd="1" destOrd="0" presId="urn:microsoft.com/office/officeart/2005/8/layout/hList9"/>
    <dgm:cxn modelId="{765F3D42-193B-4B3C-9CEA-6B32DF9FE40A}" type="presParOf" srcId="{FFEF8555-8D54-4A33-94C4-F0131C0452B0}" destId="{4202656E-8773-4CA9-B60F-C6D15F79706B}" srcOrd="2" destOrd="0" presId="urn:microsoft.com/office/officeart/2005/8/layout/hList9"/>
    <dgm:cxn modelId="{3BE414CB-5837-4A74-8F19-B9C0B7657425}" type="presParOf" srcId="{4202656E-8773-4CA9-B60F-C6D15F79706B}" destId="{FC1F2FE6-58F5-420D-9DE7-5BAB2796B2E2}" srcOrd="0" destOrd="0" presId="urn:microsoft.com/office/officeart/2005/8/layout/hList9"/>
    <dgm:cxn modelId="{7E80DAA4-675B-4681-BA31-6C88631EBF22}" type="presParOf" srcId="{4202656E-8773-4CA9-B60F-C6D15F79706B}" destId="{D67FA1D0-5919-4B16-8C64-A2C6C1973777}" srcOrd="1" destOrd="0" presId="urn:microsoft.com/office/officeart/2005/8/layout/hList9"/>
    <dgm:cxn modelId="{AB734F2A-71E0-4300-9111-AE41D229ECBE}" type="presParOf" srcId="{FFEF8555-8D54-4A33-94C4-F0131C0452B0}" destId="{9B6DD63A-36B0-4775-9DA4-4773BF8A6466}" srcOrd="3" destOrd="0" presId="urn:microsoft.com/office/officeart/2005/8/layout/hList9"/>
    <dgm:cxn modelId="{8A633084-211F-42CE-A02F-E50E1AA2DA95}" type="presParOf" srcId="{9B6DD63A-36B0-4775-9DA4-4773BF8A6466}" destId="{DED3BFC3-544F-42E5-9E1A-77C53311601F}" srcOrd="0" destOrd="0" presId="urn:microsoft.com/office/officeart/2005/8/layout/hList9"/>
    <dgm:cxn modelId="{4F11738F-3166-4B39-9B93-D0658B8BBDEC}" type="presParOf" srcId="{9B6DD63A-36B0-4775-9DA4-4773BF8A6466}" destId="{6B465FD3-423E-46A4-B126-2F4B3649D9B1}" srcOrd="1" destOrd="0" presId="urn:microsoft.com/office/officeart/2005/8/layout/hList9"/>
    <dgm:cxn modelId="{DC8064F3-37E6-473D-825D-B4FE5DE9E910}" type="presParOf" srcId="{E6A0252F-27F3-486D-A278-6B92C212A3A8}" destId="{F17A6DAB-1E58-429F-9DD7-50E4A0208591}" srcOrd="2" destOrd="0" presId="urn:microsoft.com/office/officeart/2005/8/layout/hList9"/>
    <dgm:cxn modelId="{DC3784CD-14A8-44AD-BF64-99822884F20A}" type="presParOf" srcId="{E6A0252F-27F3-486D-A278-6B92C212A3A8}" destId="{0D82DEB6-674D-425E-9C14-81B86C0A54B4}" srcOrd="3" destOrd="0" presId="urn:microsoft.com/office/officeart/2005/8/layout/hList9"/>
    <dgm:cxn modelId="{950C433E-1E77-4C3C-B677-545EAB858F1C}" type="presParOf" srcId="{E6A0252F-27F3-486D-A278-6B92C212A3A8}" destId="{2D8D3251-0350-4344-BA0C-FE8B1C9F6531}" srcOrd="4" destOrd="0" presId="urn:microsoft.com/office/officeart/2005/8/layout/hList9"/>
    <dgm:cxn modelId="{CC3F8541-6AF8-4123-99C7-0C68B4A2647C}" type="presParOf" srcId="{E6A0252F-27F3-486D-A278-6B92C212A3A8}" destId="{89065BC9-C7DE-4A6E-83CF-F45A6BD1CF92}" srcOrd="5" destOrd="0" presId="urn:microsoft.com/office/officeart/2005/8/layout/hList9"/>
    <dgm:cxn modelId="{7F80633B-2E00-486F-A49F-7F1CED0FB310}" type="presParOf" srcId="{E6A0252F-27F3-486D-A278-6B92C212A3A8}" destId="{9E863EE2-5F29-4FCF-879E-F83626B5334D}" srcOrd="6" destOrd="0" presId="urn:microsoft.com/office/officeart/2005/8/layout/hList9"/>
    <dgm:cxn modelId="{E1133432-7404-45CF-A1FF-DAEE325BEDD9}" type="presParOf" srcId="{9E863EE2-5F29-4FCF-879E-F83626B5334D}" destId="{087939FA-F74E-4918-A009-A7DBEE2A184D}" srcOrd="0" destOrd="0" presId="urn:microsoft.com/office/officeart/2005/8/layout/hList9"/>
    <dgm:cxn modelId="{00895F34-1371-4B89-864B-3FC2C7178722}" type="presParOf" srcId="{9E863EE2-5F29-4FCF-879E-F83626B5334D}" destId="{9786080E-37A0-400B-9482-48F2EF7F4F7D}" srcOrd="1" destOrd="0" presId="urn:microsoft.com/office/officeart/2005/8/layout/hList9"/>
    <dgm:cxn modelId="{773CBF24-77BA-4A98-AB6B-B24BB21A8DB5}" type="presParOf" srcId="{9786080E-37A0-400B-9482-48F2EF7F4F7D}" destId="{7FFBCDDD-B00A-4BA8-8ADF-9DC37CB99996}" srcOrd="0" destOrd="0" presId="urn:microsoft.com/office/officeart/2005/8/layout/hList9"/>
    <dgm:cxn modelId="{58B5BE6F-13BD-4DE4-9CD2-D21288B279AE}" type="presParOf" srcId="{9786080E-37A0-400B-9482-48F2EF7F4F7D}" destId="{47E0465A-EF86-488A-B4C6-C29755B5BE61}" srcOrd="1" destOrd="0" presId="urn:microsoft.com/office/officeart/2005/8/layout/hList9"/>
    <dgm:cxn modelId="{238B6808-4F1B-40C0-BBC8-EBE7862342B5}" type="presParOf" srcId="{9E863EE2-5F29-4FCF-879E-F83626B5334D}" destId="{04EF1C77-9E25-4E15-B712-C5823488DB23}" srcOrd="2" destOrd="0" presId="urn:microsoft.com/office/officeart/2005/8/layout/hList9"/>
    <dgm:cxn modelId="{E33B2555-EA37-4AE9-BF4A-991D382EDCFC}" type="presParOf" srcId="{04EF1C77-9E25-4E15-B712-C5823488DB23}" destId="{EED1BF07-D58F-4D25-83B2-A74ACCD15F57}" srcOrd="0" destOrd="0" presId="urn:microsoft.com/office/officeart/2005/8/layout/hList9"/>
    <dgm:cxn modelId="{DCF3A755-421A-488E-AD8B-62388EAB8252}" type="presParOf" srcId="{04EF1C77-9E25-4E15-B712-C5823488DB23}" destId="{F0988B4C-7B8E-4C08-BE26-049D5A1C506F}" srcOrd="1" destOrd="0" presId="urn:microsoft.com/office/officeart/2005/8/layout/hList9"/>
    <dgm:cxn modelId="{A235659A-3DE0-45E9-A409-C3125FADB02D}" type="presParOf" srcId="{9E863EE2-5F29-4FCF-879E-F83626B5334D}" destId="{985D0F05-0A40-4F15-8D76-CBD433BB39FA}" srcOrd="3" destOrd="0" presId="urn:microsoft.com/office/officeart/2005/8/layout/hList9"/>
    <dgm:cxn modelId="{8E55D091-F5DE-4509-9F74-8B87D54E5D8E}" type="presParOf" srcId="{985D0F05-0A40-4F15-8D76-CBD433BB39FA}" destId="{7CECBCE6-61D1-44D5-BAA1-80ECE8E9F578}" srcOrd="0" destOrd="0" presId="urn:microsoft.com/office/officeart/2005/8/layout/hList9"/>
    <dgm:cxn modelId="{2E06F235-FAD5-4444-A532-6C7A035DBE5C}" type="presParOf" srcId="{985D0F05-0A40-4F15-8D76-CBD433BB39FA}" destId="{B160A640-759B-4A42-9C41-425543D560F9}" srcOrd="1" destOrd="0" presId="urn:microsoft.com/office/officeart/2005/8/layout/hList9"/>
    <dgm:cxn modelId="{7995C611-C390-4516-BAEF-04C7149D39BF}" type="presParOf" srcId="{9E863EE2-5F29-4FCF-879E-F83626B5334D}" destId="{1B903465-EF60-4BF8-8B85-A822E4627704}" srcOrd="4" destOrd="0" presId="urn:microsoft.com/office/officeart/2005/8/layout/hList9"/>
    <dgm:cxn modelId="{9905A538-97CD-4E00-87D9-98676F01BC81}" type="presParOf" srcId="{1B903465-EF60-4BF8-8B85-A822E4627704}" destId="{8E90FD15-88E0-4BBF-A32D-3DD4F1311E2F}" srcOrd="0" destOrd="0" presId="urn:microsoft.com/office/officeart/2005/8/layout/hList9"/>
    <dgm:cxn modelId="{81581A2E-A18E-4DA0-844C-28B380CE1703}" type="presParOf" srcId="{1B903465-EF60-4BF8-8B85-A822E4627704}" destId="{2134C435-CC64-4681-9A84-836C05B6021C}" srcOrd="1" destOrd="0" presId="urn:microsoft.com/office/officeart/2005/8/layout/hList9"/>
    <dgm:cxn modelId="{3EA8E88A-DBEE-4D71-AF13-61518DD0552D}" type="presParOf" srcId="{E6A0252F-27F3-486D-A278-6B92C212A3A8}" destId="{230F3580-08E0-4C3E-8D2C-63C251CEBC97}" srcOrd="7" destOrd="0" presId="urn:microsoft.com/office/officeart/2005/8/layout/hList9"/>
    <dgm:cxn modelId="{7FD8BF2C-28C6-4C2A-B042-0EE03D5C4DB6}" type="presParOf" srcId="{E6A0252F-27F3-486D-A278-6B92C212A3A8}" destId="{2518DF80-CA43-4EFA-A570-D6C994F07512}" srcOrd="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0B6350-F943-41DE-88CA-6BB1201D312F}">
      <dsp:nvSpPr>
        <dsp:cNvPr id="0" name=""/>
        <dsp:cNvSpPr/>
      </dsp:nvSpPr>
      <dsp:spPr>
        <a:xfrm>
          <a:off x="783778" y="485484"/>
          <a:ext cx="1467863" cy="97906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2024" rIns="192024" bIns="192024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Task 1</a:t>
          </a:r>
        </a:p>
      </dsp:txBody>
      <dsp:txXfrm>
        <a:off x="1018636" y="485484"/>
        <a:ext cx="1233005" cy="979065"/>
      </dsp:txXfrm>
    </dsp:sp>
    <dsp:sp modelId="{FC1F2FE6-58F5-420D-9DE7-5BAB2796B2E2}">
      <dsp:nvSpPr>
        <dsp:cNvPr id="0" name=""/>
        <dsp:cNvSpPr/>
      </dsp:nvSpPr>
      <dsp:spPr>
        <a:xfrm>
          <a:off x="783778" y="1464549"/>
          <a:ext cx="1467863" cy="97906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2024" rIns="192024" bIns="192024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Task 2</a:t>
          </a:r>
        </a:p>
      </dsp:txBody>
      <dsp:txXfrm>
        <a:off x="1018636" y="1464549"/>
        <a:ext cx="1233005" cy="979065"/>
      </dsp:txXfrm>
    </dsp:sp>
    <dsp:sp modelId="{DED3BFC3-544F-42E5-9E1A-77C53311601F}">
      <dsp:nvSpPr>
        <dsp:cNvPr id="0" name=""/>
        <dsp:cNvSpPr/>
      </dsp:nvSpPr>
      <dsp:spPr>
        <a:xfrm>
          <a:off x="783778" y="2443615"/>
          <a:ext cx="1467863" cy="97906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2024" rIns="192024" bIns="192024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Task 3</a:t>
          </a:r>
        </a:p>
      </dsp:txBody>
      <dsp:txXfrm>
        <a:off x="1018636" y="2443615"/>
        <a:ext cx="1233005" cy="979065"/>
      </dsp:txXfrm>
    </dsp:sp>
    <dsp:sp modelId="{0D82DEB6-674D-425E-9C14-81B86C0A54B4}">
      <dsp:nvSpPr>
        <dsp:cNvPr id="0" name=""/>
        <dsp:cNvSpPr/>
      </dsp:nvSpPr>
      <dsp:spPr>
        <a:xfrm>
          <a:off x="917" y="94054"/>
          <a:ext cx="978575" cy="978575"/>
        </a:xfrm>
        <a:prstGeom prst="ellipse">
          <a:avLst/>
        </a:prstGeom>
        <a:gradFill rotWithShape="0">
          <a:gsLst>
            <a:gs pos="0">
              <a:schemeClr val="accent2">
                <a:lumMod val="75000"/>
              </a:schemeClr>
            </a:gs>
            <a:gs pos="50000">
              <a:schemeClr val="accent2">
                <a:lumMod val="50000"/>
              </a:schemeClr>
            </a:gs>
            <a:gs pos="100000">
              <a:schemeClr val="accent6">
                <a:lumMod val="5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Group A</a:t>
          </a:r>
        </a:p>
      </dsp:txBody>
      <dsp:txXfrm>
        <a:off x="144226" y="237363"/>
        <a:ext cx="691957" cy="691957"/>
      </dsp:txXfrm>
    </dsp:sp>
    <dsp:sp modelId="{7FFBCDDD-B00A-4BA8-8ADF-9DC37CB99996}">
      <dsp:nvSpPr>
        <dsp:cNvPr id="0" name=""/>
        <dsp:cNvSpPr/>
      </dsp:nvSpPr>
      <dsp:spPr>
        <a:xfrm>
          <a:off x="3230218" y="485484"/>
          <a:ext cx="1467863" cy="979065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2024" rIns="192024" bIns="192024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Task 1</a:t>
          </a:r>
        </a:p>
      </dsp:txBody>
      <dsp:txXfrm>
        <a:off x="3465076" y="485484"/>
        <a:ext cx="1233005" cy="979065"/>
      </dsp:txXfrm>
    </dsp:sp>
    <dsp:sp modelId="{EED1BF07-D58F-4D25-83B2-A74ACCD15F57}">
      <dsp:nvSpPr>
        <dsp:cNvPr id="0" name=""/>
        <dsp:cNvSpPr/>
      </dsp:nvSpPr>
      <dsp:spPr>
        <a:xfrm>
          <a:off x="3230218" y="1464549"/>
          <a:ext cx="1467863" cy="979065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2024" rIns="192024" bIns="192024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Task 2</a:t>
          </a:r>
        </a:p>
      </dsp:txBody>
      <dsp:txXfrm>
        <a:off x="3465076" y="1464549"/>
        <a:ext cx="1233005" cy="979065"/>
      </dsp:txXfrm>
    </dsp:sp>
    <dsp:sp modelId="{7CECBCE6-61D1-44D5-BAA1-80ECE8E9F578}">
      <dsp:nvSpPr>
        <dsp:cNvPr id="0" name=""/>
        <dsp:cNvSpPr/>
      </dsp:nvSpPr>
      <dsp:spPr>
        <a:xfrm>
          <a:off x="3230218" y="2443615"/>
          <a:ext cx="1467863" cy="97906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2024" rIns="192024" bIns="192024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Task 3</a:t>
          </a:r>
        </a:p>
      </dsp:txBody>
      <dsp:txXfrm>
        <a:off x="3465076" y="2443615"/>
        <a:ext cx="1233005" cy="979065"/>
      </dsp:txXfrm>
    </dsp:sp>
    <dsp:sp modelId="{8E90FD15-88E0-4BBF-A32D-3DD4F1311E2F}">
      <dsp:nvSpPr>
        <dsp:cNvPr id="0" name=""/>
        <dsp:cNvSpPr/>
      </dsp:nvSpPr>
      <dsp:spPr>
        <a:xfrm>
          <a:off x="3230218" y="3422680"/>
          <a:ext cx="1467863" cy="97906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2024" rIns="192024" bIns="192024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Task 4</a:t>
          </a:r>
        </a:p>
      </dsp:txBody>
      <dsp:txXfrm>
        <a:off x="3465076" y="3422680"/>
        <a:ext cx="1233005" cy="979065"/>
      </dsp:txXfrm>
    </dsp:sp>
    <dsp:sp modelId="{2518DF80-CA43-4EFA-A570-D6C994F07512}">
      <dsp:nvSpPr>
        <dsp:cNvPr id="0" name=""/>
        <dsp:cNvSpPr/>
      </dsp:nvSpPr>
      <dsp:spPr>
        <a:xfrm>
          <a:off x="2447357" y="94054"/>
          <a:ext cx="978575" cy="978575"/>
        </a:xfrm>
        <a:prstGeom prst="ellipse">
          <a:avLst/>
        </a:prstGeom>
        <a:gradFill rotWithShape="0">
          <a:gsLst>
            <a:gs pos="0">
              <a:schemeClr val="accent3">
                <a:lumMod val="75000"/>
              </a:schemeClr>
            </a:gs>
            <a:gs pos="50000">
              <a:schemeClr val="accent3">
                <a:lumMod val="50000"/>
              </a:schemeClr>
            </a:gs>
            <a:gs pos="100000">
              <a:schemeClr val="accent3">
                <a:lumMod val="5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Group B</a:t>
          </a:r>
        </a:p>
      </dsp:txBody>
      <dsp:txXfrm>
        <a:off x="2590666" y="237363"/>
        <a:ext cx="691957" cy="6919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5A207F-0F91-42F2-96D0-049C6003623B}" type="datetimeFigureOut">
              <a:rPr lang="en-US"/>
              <a:t>3/1/2026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67D4A-04CB-4EDF-8FB1-342A02FC8EC5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0125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CC13F5-F2B1-464B-BE8F-27ABFBD2FBDE}" type="datetimeFigureOut">
              <a:rPr lang="en-US"/>
              <a:t>3/1/2026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1351F-DBB1-4664-ADA9-83BC7CB8848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2362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1351F-DBB1-4664-ADA9-83BC7CB8848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83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14" y="990600"/>
            <a:ext cx="8458200" cy="3200400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13" y="4267200"/>
            <a:ext cx="8458200" cy="1371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538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768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3" y="2057400"/>
            <a:ext cx="8458201" cy="2666999"/>
          </a:xfrm>
        </p:spPr>
        <p:txBody>
          <a:bodyPr anchor="b">
            <a:normAutofit/>
          </a:bodyPr>
          <a:lstStyle>
            <a:lvl1pPr algn="l">
              <a:defRPr sz="4800" b="0" i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4876800"/>
            <a:ext cx="8458201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20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3812" y="1676400"/>
            <a:ext cx="4700016" cy="4495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600200">
              <a:defRPr sz="1600"/>
            </a:lvl6pPr>
            <a:lvl7pPr marL="1874520">
              <a:defRPr sz="1600"/>
            </a:lvl7pPr>
            <a:lvl8pPr marL="2148840">
              <a:defRPr sz="1600"/>
            </a:lvl8pPr>
            <a:lvl9pPr marL="2423160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035" y="1676401"/>
            <a:ext cx="4700016" cy="4495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600200">
              <a:defRPr sz="1600"/>
            </a:lvl6pPr>
            <a:lvl7pPr marL="1874520">
              <a:defRPr sz="1600"/>
            </a:lvl7pPr>
            <a:lvl8pPr marL="2148840">
              <a:defRPr sz="1600"/>
            </a:lvl8pPr>
            <a:lvl9pPr marL="2423160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62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1676399"/>
            <a:ext cx="4701142" cy="762001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3813" y="2516457"/>
            <a:ext cx="4701142" cy="365574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600200">
              <a:defRPr sz="1600"/>
            </a:lvl6pPr>
            <a:lvl7pPr marL="1874520">
              <a:defRPr sz="1600"/>
            </a:lvl7pPr>
            <a:lvl8pPr marL="2148840">
              <a:defRPr sz="1600"/>
            </a:lvl8pPr>
            <a:lvl9pPr marL="2423160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4" y="1676399"/>
            <a:ext cx="4703259" cy="762001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4" y="2516457"/>
            <a:ext cx="4703259" cy="365574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600200">
              <a:defRPr sz="1600"/>
            </a:lvl6pPr>
            <a:lvl7pPr marL="1874520">
              <a:defRPr sz="1600"/>
            </a:lvl7pPr>
            <a:lvl8pPr marL="2148840">
              <a:defRPr sz="1600"/>
            </a:lvl8pPr>
            <a:lvl9pPr marL="2423160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52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59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399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0811" y="1676400"/>
            <a:ext cx="3810000" cy="243840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3813" y="685800"/>
            <a:ext cx="6172200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0811" y="4191000"/>
            <a:ext cx="3810000" cy="15240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858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0812" y="1676400"/>
            <a:ext cx="3810000" cy="2438400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522412" y="0"/>
            <a:ext cx="5943601" cy="6858000"/>
          </a:xfrm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0812" y="4191000"/>
            <a:ext cx="3810000" cy="15240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949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600200">
              <a:defRPr/>
            </a:lvl6pPr>
            <a:lvl7pPr marL="1874520">
              <a:defRPr/>
            </a:lvl7pPr>
            <a:lvl8pPr marL="2148840">
              <a:defRPr/>
            </a:lvl8pPr>
            <a:lvl9pPr marL="2423160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57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4" y="381000"/>
            <a:ext cx="1904998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3814" y="381000"/>
            <a:ext cx="8305800" cy="57912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6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36614" y="0"/>
            <a:ext cx="11352212" cy="6858000"/>
          </a:xfrm>
          <a:prstGeom prst="rect">
            <a:avLst/>
          </a:prstGeom>
          <a:gradFill>
            <a:gsLst>
              <a:gs pos="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3813" y="3810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1676400"/>
            <a:ext cx="9601200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7178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3CD9712D-992A-4AB1-A5C2-575F75921AA2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512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72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8600" algn="l" defTabSz="914400" rtl="0" eaLnBrk="1" latinLnBrk="0" hangingPunct="1">
        <a:lnSpc>
          <a:spcPct val="90000"/>
        </a:lnSpc>
        <a:spcBef>
          <a:spcPts val="16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28600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7452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4884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2316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756" y="980728"/>
            <a:ext cx="11593288" cy="3014464"/>
          </a:xfrm>
        </p:spPr>
        <p:txBody>
          <a:bodyPr/>
          <a:lstStyle/>
          <a:p>
            <a:r>
              <a:rPr lang="en-US" b="1" dirty="0" err="1">
                <a:cs typeface="Times New Roman" panose="02020603050405020304" pitchFamily="18" charset="0"/>
              </a:rPr>
              <a:t>FarmChainX</a:t>
            </a:r>
            <a:r>
              <a:rPr lang="en-US" b="1" dirty="0">
                <a:cs typeface="Times New Roman" panose="02020603050405020304" pitchFamily="18" charset="0"/>
              </a:rPr>
              <a:t> AI-Driven Agricultural Traceability Network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74132" y="4653136"/>
            <a:ext cx="4296543" cy="74597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Frontend Showcase</a:t>
            </a:r>
          </a:p>
        </p:txBody>
      </p:sp>
    </p:spTree>
    <p:extLst>
      <p:ext uri="{BB962C8B-B14F-4D97-AF65-F5344CB8AC3E}">
        <p14:creationId xmlns:p14="http://schemas.microsoft.com/office/powerpoint/2010/main" val="319817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and Content Layout with List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Add your first bullet point here</a:t>
            </a:r>
          </a:p>
          <a:p>
            <a:r>
              <a:rPr lang="en-US"/>
              <a:t>Add your second bullet point here</a:t>
            </a:r>
          </a:p>
          <a:p>
            <a:r>
              <a:rPr lang="en-US"/>
              <a:t>Add your third bullet point here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51EDE8-88F4-5102-6DD9-A3D6036EF2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80" y="381000"/>
            <a:ext cx="11377264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821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and Content Layout with Chart</a:t>
            </a:r>
          </a:p>
        </p:txBody>
      </p:sp>
      <p:graphicFrame>
        <p:nvGraphicFramePr>
          <p:cNvPr id="6" name="Content Placeholder 5" descr="Clustered column chart showing the values of 3 series for 4 categorie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0987125"/>
              </p:ext>
            </p:extLst>
          </p:nvPr>
        </p:nvGraphicFramePr>
        <p:xfrm>
          <a:off x="1293813" y="1676400"/>
          <a:ext cx="9601200" cy="449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E1AA2D3-F8DD-E5D3-4781-CF0312216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29" y="548680"/>
            <a:ext cx="10729192" cy="553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674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Content Layout with Table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First bullet point here</a:t>
            </a:r>
          </a:p>
          <a:p>
            <a:r>
              <a:rPr lang="en-US" dirty="0"/>
              <a:t>Second bullet point here</a:t>
            </a:r>
          </a:p>
          <a:p>
            <a:r>
              <a:rPr lang="en-US" dirty="0"/>
              <a:t>Third bullet point here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78246068"/>
              </p:ext>
            </p:extLst>
          </p:nvPr>
        </p:nvGraphicFramePr>
        <p:xfrm>
          <a:off x="6202363" y="1676400"/>
          <a:ext cx="4698999" cy="22098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566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6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6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</a:t>
                      </a:r>
                      <a:r>
                        <a:rPr lang="en-US" baseline="0" dirty="0"/>
                        <a:t> B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lang="en-US" dirty="0"/>
                        <a:t>Class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lang="en-US" dirty="0"/>
                        <a:t>Class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lang="en-US" dirty="0"/>
                        <a:t>Class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F4AC049-7BD6-A5B7-50A3-54E1227F7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4840"/>
            <a:ext cx="12180205" cy="592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30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Content Layout with SmartArt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First bullet point here</a:t>
            </a:r>
          </a:p>
          <a:p>
            <a:r>
              <a:rPr lang="en-US" dirty="0"/>
              <a:t>Second bullet point here</a:t>
            </a:r>
          </a:p>
          <a:p>
            <a:r>
              <a:rPr lang="en-US" dirty="0"/>
              <a:t>Third bullet point here</a:t>
            </a:r>
          </a:p>
        </p:txBody>
      </p:sp>
      <p:graphicFrame>
        <p:nvGraphicFramePr>
          <p:cNvPr id="4" name="Content Placeholder 3" descr="Stacked List - Use to show groups of information or steps in a task, process, or workflow. Circular shapes contain Level 1 text, and the corresponding rectangles contain Level 2 text. Works well for numerous details and minimal Level 1 text.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73478973"/>
              </p:ext>
            </p:extLst>
          </p:nvPr>
        </p:nvGraphicFramePr>
        <p:xfrm>
          <a:off x="6202363" y="1676400"/>
          <a:ext cx="46990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FAB2435-AC3A-2D64-0E9F-65FF4A0135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62854"/>
            <a:ext cx="12188825" cy="553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476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2CD919-F0A2-6F06-CB03-93DB7DF3D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922" y="188640"/>
            <a:ext cx="12188825" cy="648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768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1EAA89-FCDF-E464-0460-DEF1F54C13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402" t="-1700" r="9384" b="1700"/>
          <a:stretch>
            <a:fillRect/>
          </a:stretch>
        </p:blipFill>
        <p:spPr>
          <a:xfrm>
            <a:off x="765820" y="245014"/>
            <a:ext cx="10657184" cy="636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682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erenity 16x9">
  <a:themeElements>
    <a:clrScheme name="Serenity_16x9">
      <a:dk1>
        <a:srgbClr val="164B4F"/>
      </a:dk1>
      <a:lt1>
        <a:sysClr val="window" lastClr="FFFFFF"/>
      </a:lt1>
      <a:dk2>
        <a:srgbClr val="000000"/>
      </a:dk2>
      <a:lt2>
        <a:srgbClr val="C5E5EC"/>
      </a:lt2>
      <a:accent1>
        <a:srgbClr val="1B91A1"/>
      </a:accent1>
      <a:accent2>
        <a:srgbClr val="46AC6F"/>
      </a:accent2>
      <a:accent3>
        <a:srgbClr val="37AFD5"/>
      </a:accent3>
      <a:accent4>
        <a:srgbClr val="6786A9"/>
      </a:accent4>
      <a:accent5>
        <a:srgbClr val="90A693"/>
      </a:accent5>
      <a:accent6>
        <a:srgbClr val="389066"/>
      </a:accent6>
      <a:hlink>
        <a:srgbClr val="27A99A"/>
      </a:hlink>
      <a:folHlink>
        <a:srgbClr val="94AE9D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TF02801109.potx" id="{B47C65E8-9F73-4C4F-A3C2-84725F71438E}" vid="{CFC30A9F-F7E5-41F4-B6B7-D2E5B79E3BFB}"/>
    </a:ext>
  </a:extLst>
</a:theme>
</file>

<file path=ppt/theme/theme2.xml><?xml version="1.0" encoding="utf-8"?>
<a:theme xmlns:a="http://schemas.openxmlformats.org/drawingml/2006/main" name="Office Theme">
  <a:themeElements>
    <a:clrScheme name="Serenity">
      <a:dk1>
        <a:srgbClr val="164B4F"/>
      </a:dk1>
      <a:lt1>
        <a:sysClr val="window" lastClr="FFFFFF"/>
      </a:lt1>
      <a:dk2>
        <a:srgbClr val="000000"/>
      </a:dk2>
      <a:lt2>
        <a:srgbClr val="C5E5EC"/>
      </a:lt2>
      <a:accent1>
        <a:srgbClr val="1B91A1"/>
      </a:accent1>
      <a:accent2>
        <a:srgbClr val="46AC6F"/>
      </a:accent2>
      <a:accent3>
        <a:srgbClr val="37AFD5"/>
      </a:accent3>
      <a:accent4>
        <a:srgbClr val="6786A9"/>
      </a:accent4>
      <a:accent5>
        <a:srgbClr val="90A693"/>
      </a:accent5>
      <a:accent6>
        <a:srgbClr val="389066"/>
      </a:accent6>
      <a:hlink>
        <a:srgbClr val="27A99A"/>
      </a:hlink>
      <a:folHlink>
        <a:srgbClr val="94AE9D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erenity">
      <a:dk1>
        <a:srgbClr val="164B4F"/>
      </a:dk1>
      <a:lt1>
        <a:sysClr val="window" lastClr="FFFFFF"/>
      </a:lt1>
      <a:dk2>
        <a:srgbClr val="000000"/>
      </a:dk2>
      <a:lt2>
        <a:srgbClr val="C5E5EC"/>
      </a:lt2>
      <a:accent1>
        <a:srgbClr val="1B91A1"/>
      </a:accent1>
      <a:accent2>
        <a:srgbClr val="46AC6F"/>
      </a:accent2>
      <a:accent3>
        <a:srgbClr val="37AFD5"/>
      </a:accent3>
      <a:accent4>
        <a:srgbClr val="6786A9"/>
      </a:accent4>
      <a:accent5>
        <a:srgbClr val="90A693"/>
      </a:accent5>
      <a:accent6>
        <a:srgbClr val="389066"/>
      </a:accent6>
      <a:hlink>
        <a:srgbClr val="27A99A"/>
      </a:hlink>
      <a:folHlink>
        <a:srgbClr val="94AE9D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false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1360506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2011-12-12T13:37:00+00:00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2035-01-01T08:00:00+00:00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TP102801108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706526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REDMOND\v-soujap</DisplayName>
        <AccountId>1954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14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0F249165-F638-412C-8E0A-DFB7045CA2E0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683C129-7B42-490A-AD74-E9303BC76D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11E33DF-2340-4F4E-B874-B73FEFEBFC8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Serenity nature presentation (widescreen)</Template>
  <TotalTime>10</TotalTime>
  <Words>121</Words>
  <Application>Microsoft Office PowerPoint</Application>
  <PresentationFormat>Custom</PresentationFormat>
  <Paragraphs>40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Euphemia</vt:lpstr>
      <vt:lpstr>Times New Roman</vt:lpstr>
      <vt:lpstr>Serenity 16x9</vt:lpstr>
      <vt:lpstr>FarmChainX AI-Driven Agricultural Traceability Network</vt:lpstr>
      <vt:lpstr>Title and Content Layout with List</vt:lpstr>
      <vt:lpstr>Title and Content Layout with Chart</vt:lpstr>
      <vt:lpstr>Two Content Layout with Table</vt:lpstr>
      <vt:lpstr>Two Content Layout with SmartArt</vt:lpstr>
      <vt:lpstr>Add a Slide Title - 1</vt:lpstr>
      <vt:lpstr>Add a Slide Title - 2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Sravanthi Samurothu</dc:creator>
  <cp:lastModifiedBy>Sravanthi Samurothu</cp:lastModifiedBy>
  <cp:revision>2</cp:revision>
  <dcterms:created xsi:type="dcterms:W3CDTF">2026-03-01T17:28:04Z</dcterms:created>
  <dcterms:modified xsi:type="dcterms:W3CDTF">2026-03-01T17:38:04Z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